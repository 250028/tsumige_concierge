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トーク：「ゲームを買うほど積みゲーが増えて、罪悪感でさらに新しいゲームに手を出しにくくなる」というゲーマーあるあるから発想したアプリです、という自己紹介から入る。タイトルとキャッチコピーを読み上げつつ、5〜7分の持ち時間なので簡潔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「積みゲーが増えるほど罪悪感で余計に手が伸びなくなる」という悩みへの共感から入り、それをAIが後押しするアプリだと説明する。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ペルソナを一言で紹介し、「自分にも心当たりがある」と共感を得ることを狙う。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4機能を読み上げるのではなく、「積む→放置して罪悪感→AIが後押し→クリアでポイント」という一連の流れとして説明する。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デモで見せる候補：①ホーム画面の「今日の1本」AIレコメンド ②ゲーム登録→ステータス変更→ポイント獲得の一連の流れ ③積みゲー城の変化 or 通知ベル。時間が押していたら①のみでも良い。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技術スタック表は読み上げず、「Next.js + Prisma + MySQLの一般的なWeb構成に、AI(Gemini)と外部API(RAWG)を組み合わせた」と要点だけ話す。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必須機能・追加機能ともに全部実装できたことを端的に伝え、時間が押していたら詳細は割愛して良い。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「できなかった」をネガティブに話しすぎず、優先順位づけの結果であることを伝える。特にブラウザPush通知は技術的な判断であることを一言添える。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このスライドは自分の実感を話す枠。以下は候補で、実際に印象に残ったものだけ選んで自分の言葉で話すと良い。
【学んだこと候補】
・テーブル設計を先に固めると、あとの実装がスムーズに進む
・Reactのコンポーネント化で、似た画面（プロフィール／設定など）の再利用がしやすくなる
・Gitでブランチを分けて作業すると、機能ごとの変更が追いやすく安心して開発できる
【気づいたこと候補】
・AIが提案したコードも「なぜそう書くのか」を確認しないと、意図しない挙動に気づけない（例：マイグレーション履歴のズレ、テスト設計のミス）
・見た目に問題が無くても、実際にブラウザで動かして初めて気づく不具合がある（例：スマホ幅でのレイアウト崩れ、トグルのズレ）
・機能を作って終わりではなく、「本当に仕様通りか」を後から見直す時間も大事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1051560"/>
            <a:ext cx="1463040" cy="14630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" name="Image 0" descr="C:\Users\250028\AppData\Local\Temp\claude\C--laragon-www-Tsumige-Concierge\ad98fe4e-e237-4b8f-b37f-9ac5cabaa7e2\scratchpad\pptx/icon_gamepa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344168"/>
            <a:ext cx="877824" cy="8778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積みゲー・コンシェルジュ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あなたの罪悪感をワクワクに変える、積みゲー消化応援サポーター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AE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発表者名／発表日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C:\Users\250028\AppData\Local\Temp\claude\C--laragon-www-Tsumige-Concierge\ad98fe4e-e237-4b8f-b37f-9ac5cabaa7e2\scratchpad\pptx/icon_gamep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アプリ概要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2011680" cy="20116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1" descr="C:\Users\250028\AppData\Local\Temp\claude\C--laragon-www-Tsumige-Concierge\ad98fe4e-e237-4b8f-b37f-9ac5cabaa7e2\scratchpad\pptx/icon_gamep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588" y="2281428"/>
            <a:ext cx="1106424" cy="11064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0" y="19202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B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ゲームを買うほど、「積みゲー」への罪悪感も増えていく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3200400" y="3017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「今日何をやろう？」を解決する、AI搭載の積みゲー管理Webアプリ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C:\Users\250028\AppData\Local\Temp\claude\C--laragon-www-Tsumige-Concierge\ad98fe4e-e237-4b8f-b37f-9ac5cabaa7e2\scratchpad\pptx/icon_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1828800" cy="18288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1" descr="C:\Users\250028\AppData\Local\Temp\claude\C--laragon-www-Tsumige-Concierge\ad98fe4e-e237-4b8f-b37f-9ac5cabaa7e2\scratchpad\pptx/icon_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40280"/>
            <a:ext cx="1005840" cy="1005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17520" y="1828800"/>
            <a:ext cx="7863840" cy="1371600"/>
          </a:xfrm>
          <a:prstGeom prst="roundRect">
            <a:avLst>
              <a:gd name="adj" fmla="val 8000"/>
            </a:avLst>
          </a:prstGeom>
          <a:solidFill>
            <a:srgbClr val="F3EEFB"/>
          </a:solidFill>
          <a:ln/>
        </p:spPr>
      </p:sp>
      <p:sp>
        <p:nvSpPr>
          <p:cNvPr id="8" name="Text 4"/>
          <p:cNvSpPr/>
          <p:nvPr/>
        </p:nvSpPr>
        <p:spPr>
          <a:xfrm>
            <a:off x="3291840" y="18288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「積みゲーを何本も抱えていて、罪悪感で新しいゲームにも手が伸びない」ゲーマー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3291840" y="347472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積みゲーの一覧管理・進捗管理をしたい人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「今日何をやるか」をAIに提案してほしい人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C:\Users\250028\AppData\Local\Temp\claude\C--laragon-www-Tsumige-Concierge\ad98fe4e-e237-4b8f-b37f-9ac5cabaa7e2\scratchpad\pptx/icon_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主要機能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3EEFB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7" name="Image 1" descr="C:\Users\250028\AppData\Local\Temp\claude\C--laragon-www-Tsumige-Concierge\ad98fe4e-e237-4b8f-b37f-9ac5cabaa7e2\scratchpad\pptx/icon_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" y="1972818"/>
            <a:ext cx="352044" cy="352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1810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積みゲーマイリスト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645920" y="23317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登録・編集・ステータス管理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3640" y="15544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3EEFB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18288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2" descr="C:\Users\250028\AppData\Local\Temp\claude\C--laragon-www-Tsumige-Concierge\ad98fe4e-e237-4b8f-b37f-9ac5cabaa7e2\scratchpad\pptx/icon_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978" y="1972818"/>
            <a:ext cx="352044" cy="3520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60920" y="1810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AIコンシェルジュ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7360920" y="23317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今日の1本提案・チャット・ペルソナ切替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8862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3EEFB"/>
          </a:solidFill>
          <a:ln/>
        </p:spPr>
      </p:sp>
      <p:sp>
        <p:nvSpPr>
          <p:cNvPr id="16" name="Shape 11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7" name="Image 3" descr="C:\Users\250028\AppData\Local\Temp\claude\C--laragon-www-Tsumige-Concierge\ad98fe4e-e237-4b8f-b37f-9ac5cabaa7e2\scratchpad\pptx/icon_k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4304538"/>
            <a:ext cx="352044" cy="3520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4142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ゲーミフィケーション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645920" y="466344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積みゲー城・実績・ポイント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63640" y="38862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3EEFB"/>
          </a:solidFill>
          <a:ln/>
        </p:spPr>
      </p:sp>
      <p:sp>
        <p:nvSpPr>
          <p:cNvPr id="21" name="Shape 15"/>
          <p:cNvSpPr/>
          <p:nvPr/>
        </p:nvSpPr>
        <p:spPr>
          <a:xfrm>
            <a:off x="6537960" y="41605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2" name="Image 4" descr="C:\Users\250028\AppData\Local\Temp\claude\C--laragon-www-Tsumige-Concierge\ad98fe4e-e237-4b8f-b37f-9ac5cabaa7e2\scratchpad\pptx/icon_bel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978" y="4304538"/>
            <a:ext cx="352044" cy="3520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4142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自動通知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7360920" y="466344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放置リマインド・実績/ポイント通知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82296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C:\Users\250028\AppData\Local\Temp\claude\C--laragon-www-Tsumige-Concierge\ad98fe4e-e237-4b8f-b37f-9ac5cabaa7e2\scratchpad\pptx/icon_gamep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16" y="1110996"/>
            <a:ext cx="704088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画面共有 / 実機で操作をご紹介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68680" y="402336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今日の1本 AIレコメンド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34840" y="402336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登録 → クリアでポイント獲得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01000" y="402336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3816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積みゲー城 or 通知ベル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C:\Users\250028\AppData\Local\Temp\claude\C--laragon-www-Tsumige-Concierge\ad98fe4e-e237-4b8f-b37f-9ac5cabaa7e2\scratchpad\pptx/icon_lap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システム構成・技術スタック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589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領域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技術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フロントエンド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Next.js（App Router）+ TypeScript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スタイリング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Tailwind CSS v4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バックエンド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Next.js API Routes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ORM / DB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Prisma + MySQL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Gemini API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外部API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RAWG API（ゲーム情報・カバー画像）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認証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自前実装（bcryptjs + iron-session）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C:\Users\250028\AppData\Local\Temp\claude\C--laragon-www-Tsumige-Concierge\ad98fe4e-e237-4b8f-b37f-9ac5cabaa7e2\scratchpad\pptx/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できたこと（成果・進捗）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3EEFB"/>
          </a:solidFill>
          <a:ln/>
        </p:spPr>
      </p:sp>
      <p:sp>
        <p:nvSpPr>
          <p:cNvPr id="6" name="Shape 3"/>
          <p:cNvSpPr/>
          <p:nvPr/>
        </p:nvSpPr>
        <p:spPr>
          <a:xfrm>
            <a:off x="3063240" y="196596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7" name="Image 1" descr="C:\Users\250028\AppData\Local\Temp\claude\C--laragon-www-Tsumige-Concierge\ad98fe4e-e237-4b8f-b37f-9ac5cabaa7e2\scratchpad\pptx/icon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258" y="2109978"/>
            <a:ext cx="352044" cy="352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Must機能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188720" y="3246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認証・CRUD・ステータス管理・AIチャット・今日の1本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9728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全て実装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17920" y="173736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3EEFB"/>
          </a:solidFill>
          <a:ln/>
        </p:spPr>
      </p:sp>
      <p:sp>
        <p:nvSpPr>
          <p:cNvPr id="12" name="Shape 8"/>
          <p:cNvSpPr/>
          <p:nvPr/>
        </p:nvSpPr>
        <p:spPr>
          <a:xfrm>
            <a:off x="8458200" y="196596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2" descr="C:\Users\250028\AppData\Local\Temp\claude\C--laragon-www-Tsumige-Concierge\ad98fe4e-e237-4b8f-b37f-9ac5cabaa7e2\scratchpad\pptx/icon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218" y="2109978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Should機能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583680" y="3246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ランダムセレクト・あらすじ/モチベーター・操作ガイド・ペルソナ切替・ゲーミフィケーション・RAWG連携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922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全て実装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296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自動通知機能・単体テスト・アクセシビリティ対応まで完了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C:\Users\250028\AppData\Local\Temp\claude\C--laragon-www-Tsumige-Concierge\ad98fe4e-e237-4b8f-b37f-9ac5cabaa7e2\scratchpad\pptx/icon_tim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できなかったこと（今後の課題）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説明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理由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本番デプロイ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公開URLでの動作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学習優先で後回し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ブラウザPush通知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アプリを閉じていても届く通知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実装コストが高く、アプリ内通知に留めた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テストの拡充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APIルート・CRUD全体のテスト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実績ロジックのみ着手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管理画面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実績マスター等の運用画面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個人開発のスコープ外と判断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502920"/>
            <a:ext cx="1188720" cy="11887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" name="Image 0" descr="C:\Users\250028\AppData\Local\Temp\claude\C--laragon-www-Tsumige-Concierge\ad98fe4e-e237-4b8f-b37f-9ac5cabaa7e2\scratchpad\pptx/icon_bul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8142" y="770382"/>
            <a:ext cx="653796" cy="653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学んだこと・気づいたこと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学んだこと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32004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テーブル設計を先に固める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コンポーネント化で再利用しやすく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ブランチ運用で安心して開発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0936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気づいたこと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09360" y="32004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AIのコードも検証が必要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実機で動かして気づく不具合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仕様の振り返りも大事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2026-07-21T01:37:32Z</dcterms:created>
  <dcterms:modified xsi:type="dcterms:W3CDTF">2026-07-21T01:37:32Z</dcterms:modified>
</cp:coreProperties>
</file>