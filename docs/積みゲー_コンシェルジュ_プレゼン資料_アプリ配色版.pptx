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99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10" Type="http://schemas.openxmlformats.org/officeDocument/2006/relationships/image" Target="../media/image11.png"/><Relationship Id="rId4" Type="http://schemas.openxmlformats.org/officeDocument/2006/relationships/image" Target="../media/image18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hero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1005840"/>
            <a:ext cx="1005840" cy="1005840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1" descr="/home/claude/work/assets/gamepad_purple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154" y="1217066"/>
            <a:ext cx="583387" cy="5833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積みゲー・コンシェルジュ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1188720" y="3429000"/>
            <a:ext cx="98142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あなたの罪悪感をワクワクに変える、積みゲー消化応援サポーター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181448" y="4160520"/>
            <a:ext cx="1828800" cy="0"/>
          </a:xfrm>
          <a:prstGeom prst="line">
            <a:avLst/>
          </a:prstGeom>
          <a:noFill/>
          <a:ln w="25400">
            <a:solidFill>
              <a:srgbClr val="FB9E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4"/>
          <p:cNvSpPr/>
          <p:nvPr/>
        </p:nvSpPr>
        <p:spPr>
          <a:xfrm>
            <a:off x="1188720" y="5989320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発表者名</a:t>
            </a:r>
            <a:r>
              <a:rPr lang="ja-JP" altLang="en-US" sz="1300" dirty="0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</a:t>
            </a:r>
            <a:r>
              <a:rPr lang="en-US" sz="1300" dirty="0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／</a:t>
            </a:r>
            <a:r>
              <a:rPr lang="en-US" sz="1300" dirty="0" err="1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work/assets/gamep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アプリ概要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3B0764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2720340" y="2194560"/>
            <a:ext cx="914400" cy="91440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/home/claude/work/assets/gamepa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4003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337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097280" y="3840480"/>
            <a:ext cx="4160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ゲームを買うほど、</a:t>
            </a:r>
            <a:endParaRPr lang="en-US" sz="17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「積みゲー」への罪悪感も増えていく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217920" y="173736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8298180" y="2194560"/>
            <a:ext cx="914400" cy="914400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/home/claude/work/assets/robot_purple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4003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3337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E01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675120" y="3840480"/>
            <a:ext cx="4160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「今日何をやろう？」を解決する、</a:t>
            </a:r>
            <a:endParaRPr lang="en-US" sz="17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AI搭載の積みゲー管理Webアプリ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692140" y="345186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/home/claude/work/assets/arrowright_purple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3575304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アプリ概要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work/asset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3B07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101800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「積みゲーを何本も抱えていて、罪悪感で新しいゲームにも手が伸びない」ゲーマー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1554480"/>
            <a:ext cx="411480" cy="411480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822960" y="3657600"/>
            <a:ext cx="10545775" cy="1051560"/>
          </a:xfrm>
          <a:prstGeom prst="roundRect">
            <a:avLst>
              <a:gd name="adj" fmla="val 869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1097280" y="3863340"/>
            <a:ext cx="640080" cy="64008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/home/claude/work/assets/lis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298" y="400735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3657600"/>
            <a:ext cx="91741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積みゲーの一覧管理・進捗管理をしたい人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22960" y="4892040"/>
            <a:ext cx="10545775" cy="1051560"/>
          </a:xfrm>
          <a:prstGeom prst="roundRect">
            <a:avLst>
              <a:gd name="adj" fmla="val 869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9"/>
          <p:cNvSpPr/>
          <p:nvPr/>
        </p:nvSpPr>
        <p:spPr>
          <a:xfrm>
            <a:off x="1097280" y="5097780"/>
            <a:ext cx="640080" cy="64008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/home/claude/work/asset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298" y="5241798"/>
            <a:ext cx="352044" cy="3520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4892040"/>
            <a:ext cx="91741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「今日何をやるか」をAIに提案してほしい人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work/assets/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主要機能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60120" y="2354580"/>
            <a:ext cx="822960" cy="8229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/home/claude/work/assets/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86" y="253974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積みゲーマイリスト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2011680" y="2560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登録・編集・ステータス管理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17920" y="16916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6537960" y="2354580"/>
            <a:ext cx="822960" cy="8229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/home/claude/work/asset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126" y="2539746"/>
            <a:ext cx="452628" cy="452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9520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AIコンシェルジュ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7589520" y="2560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今日の1本提案・チャット・ペルソナ切替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/>
          <p:cNvSpPr/>
          <p:nvPr/>
        </p:nvSpPr>
        <p:spPr>
          <a:xfrm>
            <a:off x="960120" y="4823460"/>
            <a:ext cx="822960" cy="8229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/home/claude/work/assets/crow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286" y="5008626"/>
            <a:ext cx="452628" cy="4526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011680" y="44348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ゲーミフィケーション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2011680" y="50292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積みゲー城・実績・ポイント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17920" y="41605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5"/>
          <p:cNvSpPr/>
          <p:nvPr/>
        </p:nvSpPr>
        <p:spPr>
          <a:xfrm>
            <a:off x="6537960" y="4823460"/>
            <a:ext cx="822960" cy="8229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4" descr="/home/claude/work/assets/bel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3126" y="5008626"/>
            <a:ext cx="452628" cy="4526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44348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自動通知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7589520" y="50292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放置リマインド・実績/ポイント通知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主要機能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work/assets/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その他機能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60120" y="2354580"/>
            <a:ext cx="822960" cy="8229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/home/claude/work/assets/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86" y="253974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RAWG連携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2011680" y="2560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タイトル検索で自動入力（日本語対応）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17920" y="169164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6537960" y="2354580"/>
            <a:ext cx="822960" cy="8229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/home/claude/work/asset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126" y="2539746"/>
            <a:ext cx="452628" cy="452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9520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ライト/ダークモード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7589520" y="2560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ワンクリックで全画面のテーマを切替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/>
          <p:cNvSpPr/>
          <p:nvPr/>
        </p:nvSpPr>
        <p:spPr>
          <a:xfrm>
            <a:off x="960120" y="4823460"/>
            <a:ext cx="822960" cy="8229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/home/claude/work/assets/crow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286" y="5008626"/>
            <a:ext cx="452628" cy="4526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011680" y="44348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認証・セキュリティ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2011680" y="50292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bcrypt + iron-sessionで自前実装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17920" y="41605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5"/>
          <p:cNvSpPr/>
          <p:nvPr/>
        </p:nvSpPr>
        <p:spPr>
          <a:xfrm>
            <a:off x="6537960" y="4823460"/>
            <a:ext cx="822960" cy="8229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4" descr="/home/claude/work/assets/bel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3126" y="5008626"/>
            <a:ext cx="452628" cy="4526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44348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プレイ記録・進捗メモ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7589520" y="50292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プレイ時間を自動記録、メモも保存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その他機能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548640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work/assets/play_purple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52728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画面共有 / 実機で操作をご紹介（実際のアプリ画面）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226668" y="1417320"/>
            <a:ext cx="4617720" cy="3910893"/>
          </a:xfrm>
          <a:prstGeom prst="roundRect">
            <a:avLst>
              <a:gd name="adj" fmla="val 2338"/>
            </a:avLst>
          </a:prstGeom>
          <a:solidFill>
            <a:srgbClr val="9E01F4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/home/claude/work/shots/hom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548" y="1618488"/>
            <a:ext cx="4251960" cy="29782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62076" y="1252728"/>
            <a:ext cx="566928" cy="56692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2" descr="/home/claude/work/assets/star_purple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256" y="1535909"/>
            <a:ext cx="567" cy="5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2076" y="1252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455268" y="4706421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今日の1本 AIレコメンド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347308" y="1417320"/>
            <a:ext cx="4617720" cy="3910893"/>
          </a:xfrm>
          <a:prstGeom prst="roundRect">
            <a:avLst>
              <a:gd name="adj" fmla="val 2338"/>
            </a:avLst>
          </a:prstGeom>
          <a:solidFill>
            <a:srgbClr val="9E01F4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3" descr="/home/claude/work/shots/castle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188" y="1650239"/>
            <a:ext cx="4251960" cy="294645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182716" y="1252728"/>
            <a:ext cx="566928" cy="56692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4" descr="/home/claude/work/assets/star_purple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896" y="1535909"/>
            <a:ext cx="567" cy="5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82716" y="1252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575908" y="4706421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積みゲー城で進捗を確認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1226668" y="5602533"/>
            <a:ext cx="9738360" cy="640080"/>
          </a:xfrm>
          <a:prstGeom prst="roundRect">
            <a:avLst>
              <a:gd name="adj" fmla="val 50000"/>
            </a:avLst>
          </a:prstGeom>
          <a:solidFill>
            <a:srgbClr val="9E01F4"/>
          </a:solidFill>
          <a:ln w="12700">
            <a:solidFill>
              <a:srgbClr val="FB9E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2"/>
          <p:cNvSpPr/>
          <p:nvPr/>
        </p:nvSpPr>
        <p:spPr>
          <a:xfrm>
            <a:off x="1336396" y="5675685"/>
            <a:ext cx="493776" cy="493776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5" descr="/home/claude/work/assets/check_purplede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495" y="5786784"/>
            <a:ext cx="271577" cy="27157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049628" y="5602533"/>
            <a:ext cx="8641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登録 → クリアでポイント獲得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work/asset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システム構成・技術スタック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8F1FE"/>
          </a:solidFill>
          <a:ln w="9525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822960" y="1764792"/>
            <a:ext cx="475488" cy="47548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/home/claude/work/asset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5" y="1871777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69164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フロントエンド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703320" y="1691640"/>
            <a:ext cx="77111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Next.js（App Router）+ TypeScript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386584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822960" y="2459736"/>
            <a:ext cx="475488" cy="47548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/home/claude/work/assets/palet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5" y="256672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38658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スタイリング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703320" y="2386584"/>
            <a:ext cx="77111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CSS v4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081528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8F1FE"/>
          </a:solidFill>
          <a:ln w="9525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/>
          <p:cNvSpPr/>
          <p:nvPr/>
        </p:nvSpPr>
        <p:spPr>
          <a:xfrm>
            <a:off x="822960" y="3154680"/>
            <a:ext cx="475488" cy="47548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/home/claude/work/asset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5" y="3261665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081528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バックエンド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703320" y="3081528"/>
            <a:ext cx="77111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API Routes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0080" y="3776472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5"/>
          <p:cNvSpPr/>
          <p:nvPr/>
        </p:nvSpPr>
        <p:spPr>
          <a:xfrm>
            <a:off x="822960" y="3849624"/>
            <a:ext cx="475488" cy="47548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4" descr="/home/claude/work/asset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5" y="3956609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377647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ORM / DB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3703320" y="3776472"/>
            <a:ext cx="77111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Prisma + MySQL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40080" y="4471416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8F1FE"/>
          </a:solidFill>
          <a:ln w="9525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9"/>
          <p:cNvSpPr/>
          <p:nvPr/>
        </p:nvSpPr>
        <p:spPr>
          <a:xfrm>
            <a:off x="822960" y="4544568"/>
            <a:ext cx="475488" cy="47548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5" descr="/home/claude/work/assets/brai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945" y="4651553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08760" y="4471416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3703320" y="4471416"/>
            <a:ext cx="77111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40080" y="5166360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3"/>
          <p:cNvSpPr/>
          <p:nvPr/>
        </p:nvSpPr>
        <p:spPr>
          <a:xfrm>
            <a:off x="822960" y="5239512"/>
            <a:ext cx="475488" cy="47548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6" descr="/home/claude/work/assets/plu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945" y="5346497"/>
            <a:ext cx="261518" cy="26151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508760" y="516636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外部API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3703320" y="5166360"/>
            <a:ext cx="77111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RAWG API（ゲーム情報・カバー画像）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40080" y="5861304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8F1FE"/>
          </a:solidFill>
          <a:ln w="9525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7"/>
          <p:cNvSpPr/>
          <p:nvPr/>
        </p:nvSpPr>
        <p:spPr>
          <a:xfrm>
            <a:off x="822960" y="5934456"/>
            <a:ext cx="475488" cy="47548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7" name="Image 7" descr="/home/claude/work/assets/loc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945" y="6041441"/>
            <a:ext cx="261518" cy="26151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508760" y="586130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3703320" y="5861304"/>
            <a:ext cx="77111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自前実装（bcryptjs + iron-session）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システム構成・技術スタック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work/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できたこと（成果・進捗）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074920" cy="2743200"/>
          </a:xfrm>
          <a:prstGeom prst="roundRect">
            <a:avLst>
              <a:gd name="adj" fmla="val 4000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/home/claude/work/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2145411"/>
            <a:ext cx="326898" cy="326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Must機能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005840" y="269748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認証・CRUD・ステータス管理・AIチャット・今日の1本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05840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E01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全て実装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17920" y="1737360"/>
            <a:ext cx="5074920" cy="2743200"/>
          </a:xfrm>
          <a:prstGeom prst="roundRect">
            <a:avLst>
              <a:gd name="adj" fmla="val 4000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/home/claude/work/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971" y="2145411"/>
            <a:ext cx="326898" cy="3268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Should機能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583680" y="269748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ランダムセレクト・あらすじ/モチベーター・操作ガイド・ペルソナ切替・ゲーミフィケーション・RAWG連携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583680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E01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全て実装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40080" y="4754880"/>
            <a:ext cx="10911535" cy="777240"/>
          </a:xfrm>
          <a:prstGeom prst="roundRect">
            <a:avLst>
              <a:gd name="adj" fmla="val 14118"/>
            </a:avLst>
          </a:prstGeom>
          <a:solidFill>
            <a:srgbClr val="3B076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3" descr="/home/claude/work/assets/star_purple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500519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754880"/>
            <a:ext cx="99971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自動通知機能・単体テスト（実績6種）・アクセシビリティ対応・ライト/ダークモード切替まで完了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できたこと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home/claude/work/assets/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できなかったこと（今後の課題）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911535" cy="978408"/>
          </a:xfrm>
          <a:prstGeom prst="roundRect">
            <a:avLst>
              <a:gd name="adj" fmla="val 934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868680" y="1924812"/>
            <a:ext cx="512064" cy="512064"/>
          </a:xfrm>
          <a:prstGeom prst="ellipse">
            <a:avLst/>
          </a:prstGeom>
          <a:solidFill>
            <a:srgbClr val="5A607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/home/claude/work/assets/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040026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783080"/>
            <a:ext cx="26517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本番デプロイ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297680" y="1783080"/>
            <a:ext cx="32004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公開URLでの動作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635240" y="1783080"/>
            <a:ext cx="3870655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E01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学習優先で後回し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788920"/>
            <a:ext cx="10911535" cy="978408"/>
          </a:xfrm>
          <a:prstGeom prst="roundRect">
            <a:avLst>
              <a:gd name="adj" fmla="val 934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868680" y="3022092"/>
            <a:ext cx="512064" cy="512064"/>
          </a:xfrm>
          <a:prstGeom prst="ellipse">
            <a:avLst/>
          </a:prstGeom>
          <a:solidFill>
            <a:srgbClr val="5A607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/home/claude/work/assets/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3137306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880360"/>
            <a:ext cx="26517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ブラウザPush通知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297680" y="2880360"/>
            <a:ext cx="32004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アプリを閉じていても届く通知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635240" y="2880360"/>
            <a:ext cx="3870655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E01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実装コストが高く、アプリ内通知に留めた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3886200"/>
            <a:ext cx="10911535" cy="978408"/>
          </a:xfrm>
          <a:prstGeom prst="roundRect">
            <a:avLst>
              <a:gd name="adj" fmla="val 934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868680" y="4119372"/>
            <a:ext cx="512064" cy="512064"/>
          </a:xfrm>
          <a:prstGeom prst="ellipse">
            <a:avLst/>
          </a:prstGeom>
          <a:solidFill>
            <a:srgbClr val="5A607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3" descr="/home/claude/work/assets/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234586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3977640"/>
            <a:ext cx="26517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テストの拡充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297680" y="3977640"/>
            <a:ext cx="32004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APIルート・CRUD全体のテスト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635240" y="3977640"/>
            <a:ext cx="3870655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E01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実績ロジックのみ着手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4983480"/>
            <a:ext cx="10911535" cy="978408"/>
          </a:xfrm>
          <a:prstGeom prst="roundRect">
            <a:avLst>
              <a:gd name="adj" fmla="val 9346"/>
            </a:avLst>
          </a:prstGeom>
          <a:solidFill>
            <a:srgbClr val="F8F1FE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8"/>
          <p:cNvSpPr/>
          <p:nvPr/>
        </p:nvSpPr>
        <p:spPr>
          <a:xfrm>
            <a:off x="868680" y="5216652"/>
            <a:ext cx="512064" cy="512064"/>
          </a:xfrm>
          <a:prstGeom prst="ellipse">
            <a:avLst/>
          </a:prstGeom>
          <a:solidFill>
            <a:srgbClr val="5A607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4" descr="/home/claude/work/assets/tim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5331866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5074920"/>
            <a:ext cx="26517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管理画面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297680" y="5074920"/>
            <a:ext cx="32004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実績マスター等の運用画面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635240" y="5074920"/>
            <a:ext cx="3870655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E01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個人開発のスコープ外と判断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今後の課題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/home/claude/work/assets/bulb_purple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学んだこと・気づいたこと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05840" y="20116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B9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学んだこと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05840" y="2743200"/>
            <a:ext cx="384048" cy="38404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100584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26517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テーブル設計を先に固める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05840" y="3749040"/>
            <a:ext cx="384048" cy="38404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10058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554480" y="365760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コンポーネント化で再利用しやすく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05840" y="4754880"/>
            <a:ext cx="384048" cy="38404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1005840" y="4754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54480" y="46634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ブランチ運用で安心して開発</a:t>
            </a:r>
            <a:endParaRPr lang="en-US" sz="1500" dirty="0">
              <a:solidFill>
                <a:srgbClr val="FFFF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</a:rPr>
              <a:t>Github</a:t>
            </a: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</a:rPr>
              <a:t> Actions</a:t>
            </a:r>
            <a:r>
              <a:rPr lang="ja-JP" alt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</a:rPr>
              <a:t>使ってみました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17920" y="173736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9E0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583680" y="20116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B9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気づいたこと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6583680" y="2743200"/>
            <a:ext cx="384048" cy="38404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658368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32320" y="26517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AIのコードも検証が必要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83680" y="3749040"/>
            <a:ext cx="384048" cy="38404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65836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32320" y="365760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実機で動かして気づく不具合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83680" y="4754880"/>
            <a:ext cx="384048" cy="384048"/>
          </a:xfrm>
          <a:prstGeom prst="ellipse">
            <a:avLst/>
          </a:prstGeom>
          <a:solidFill>
            <a:srgbClr val="FB9E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6583680" y="4754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07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132320" y="46634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外部APIの言語対応の限界に気づけた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9D5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311</Words>
  <Application>Microsoft Office PowerPoint</Application>
  <PresentationFormat>ワイド画面</PresentationFormat>
  <Paragraphs>117</Paragraphs>
  <Slides>10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蒲山 由梨花</cp:lastModifiedBy>
  <cp:revision>3</cp:revision>
  <dcterms:created xsi:type="dcterms:W3CDTF">2026-07-21T05:17:20Z</dcterms:created>
  <dcterms:modified xsi:type="dcterms:W3CDTF">2026-07-21T23:55:03Z</dcterms:modified>
</cp:coreProperties>
</file>